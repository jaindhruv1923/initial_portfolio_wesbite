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Phase 3: Evidence-Grounded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Agentic Code Generation with Repository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Phase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Generates code grounded in repository context</a:t>
            </a:r>
          </a:p>
          <a:p>
            <a:pPr>
              <a:defRPr sz="1800"/>
            </a:pPr>
            <a:r>
              <a:t>Uses RAG evidence to inform generation</a:t>
            </a:r>
          </a:p>
          <a:p>
            <a:pPr>
              <a:defRPr sz="1800"/>
            </a:pPr>
            <a:r>
              <a:t>Validates generated code for syntactic correctness</a:t>
            </a:r>
          </a:p>
          <a:p>
            <a:pPr>
              <a:defRPr sz="1800"/>
            </a:pPr>
            <a:r>
              <a:t>Integrates with LLM (Gemini) or offline stub</a:t>
            </a:r>
          </a:p>
          <a:p>
            <a:pPr>
              <a:defRPr sz="1800"/>
            </a:pPr>
            <a:r>
              <a:t>Produces syntactically valid, evidence-based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Generic code generation produces bad output</a:t>
            </a:r>
          </a:p>
          <a:p>
            <a:pPr>
              <a:defRPr sz="1800"/>
            </a:pPr>
            <a:r>
              <a:t>No understanding of existing patterns</a:t>
            </a:r>
          </a:p>
          <a:p>
            <a:pPr>
              <a:defRPr sz="1800"/>
            </a:pPr>
            <a:r>
              <a:t>Generated code doesn't fit repository style</a:t>
            </a:r>
          </a:p>
          <a:p>
            <a:pPr>
              <a:defRPr sz="1800"/>
            </a:pPr>
            <a:r>
              <a:t>No syntactic validation</a:t>
            </a:r>
          </a:p>
          <a:p>
            <a:pPr>
              <a:defRPr sz="1800"/>
            </a:pPr>
            <a:r>
              <a:t>Need: evidence-based, grounded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Grounding: Use RAG evidence in prompts</a:t>
            </a:r>
          </a:p>
          <a:p>
            <a:pPr>
              <a:defRPr sz="1800"/>
            </a:pPr>
            <a:r>
              <a:t>Evidence Chunking: Include top-k retrieved chunks</a:t>
            </a:r>
          </a:p>
          <a:p>
            <a:pPr>
              <a:defRPr sz="1800"/>
            </a:pPr>
            <a:r>
              <a:t>LLM Integration: Pluggable (Gemini default, offline stub)</a:t>
            </a:r>
          </a:p>
          <a:p>
            <a:pPr>
              <a:defRPr sz="1800"/>
            </a:pPr>
            <a:r>
              <a:t>Code Extraction: Parse LLM response for code blocks</a:t>
            </a:r>
          </a:p>
          <a:p>
            <a:pPr>
              <a:defRPr sz="1800"/>
            </a:pPr>
            <a:r>
              <a:t>Validation: AST-based syntax checking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Prompt Builder: Construct prompts with evidence</a:t>
            </a:r>
          </a:p>
          <a:p>
            <a:pPr>
              <a:defRPr sz="1800"/>
            </a:pPr>
            <a:r>
              <a:t>LLM Caller: Call Gemini or return stub</a:t>
            </a:r>
          </a:p>
          <a:p>
            <a:pPr>
              <a:defRPr sz="1800"/>
            </a:pPr>
            <a:r>
              <a:t>Code Extractor: Parse markdown code blocks</a:t>
            </a:r>
          </a:p>
          <a:p>
            <a:pPr>
              <a:defRPr sz="1800"/>
            </a:pPr>
            <a:r>
              <a:t>Validator: Check Python syntax via AST</a:t>
            </a:r>
          </a:p>
          <a:p>
            <a:pPr>
              <a:defRPr sz="1800"/>
            </a:pPr>
            <a:r>
              <a:t>Module: backend/app/generation/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LLM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Primary: Google Gemini API (gemini-3.5-flash)</a:t>
            </a:r>
          </a:p>
          <a:p>
            <a:pPr>
              <a:defRPr sz="1800"/>
            </a:pPr>
            <a:r>
              <a:t>Fallback: Deterministic offline stub (no API key needed)</a:t>
            </a:r>
          </a:p>
          <a:p>
            <a:pPr>
              <a:defRPr sz="1800"/>
            </a:pPr>
            <a:r>
              <a:t>Pluggable: Easy to swap for Ollama or other LLM</a:t>
            </a:r>
          </a:p>
          <a:p>
            <a:pPr>
              <a:defRPr sz="1800"/>
            </a:pPr>
            <a:r>
              <a:t>Safe: Tests run deterministically without API</a:t>
            </a:r>
          </a:p>
          <a:p>
            <a:pPr>
              <a:defRPr sz="1800"/>
            </a:pPr>
            <a:r>
              <a:t>Configured: GEMINI_API_KEY environment variable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Code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Extract Python code from markdown blocks</a:t>
            </a:r>
          </a:p>
          <a:p>
            <a:pPr>
              <a:defRPr sz="1800"/>
            </a:pPr>
            <a:r>
              <a:t>Parse using ast.parse() for syntax validation</a:t>
            </a:r>
          </a:p>
          <a:p>
            <a:pPr>
              <a:defRPr sz="1800"/>
            </a:pPr>
            <a:r>
              <a:t>Report specific line numbers on errors</a:t>
            </a:r>
          </a:p>
          <a:p>
            <a:pPr>
              <a:defRPr sz="1800"/>
            </a:pPr>
            <a:r>
              <a:t>Return validated code or error message</a:t>
            </a:r>
          </a:p>
          <a:p>
            <a:pPr>
              <a:defRPr sz="1800"/>
            </a:pPr>
            <a:r>
              <a:t>Supports multi-block responses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Evidence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Top-5 RAG hits included in prompt</a:t>
            </a:r>
          </a:p>
          <a:p>
            <a:pPr>
              <a:defRPr sz="1800"/>
            </a:pPr>
            <a:r>
              <a:t>Each chunk labeled with file path and relevance</a:t>
            </a:r>
          </a:p>
          <a:p>
            <a:pPr>
              <a:defRPr sz="1800"/>
            </a:pPr>
            <a:r>
              <a:t>Prompt instructs LLM to generate similar code</a:t>
            </a:r>
          </a:p>
          <a:p>
            <a:pPr>
              <a:defRPr sz="1800"/>
            </a:pPr>
            <a:r>
              <a:t>Evidence improves code quality and relevance</a:t>
            </a:r>
          </a:p>
          <a:p>
            <a:pPr>
              <a:defRPr sz="1800"/>
            </a:pPr>
            <a:r>
              <a:t>Traced in generation_result metadata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Capabilities After Phase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Evidence-grounded code generation</a:t>
            </a:r>
          </a:p>
          <a:p>
            <a:pPr>
              <a:defRPr sz="1800"/>
            </a:pPr>
            <a:r>
              <a:t>✓ Syntax-validated output</a:t>
            </a:r>
          </a:p>
          <a:p>
            <a:pPr>
              <a:defRPr sz="1800"/>
            </a:pPr>
            <a:r>
              <a:t>✓ LLM integration (online and offline)</a:t>
            </a:r>
          </a:p>
          <a:p>
            <a:pPr>
              <a:defRPr sz="1800"/>
            </a:pPr>
            <a:r>
              <a:t>✓ Reproducible generation (with stub)</a:t>
            </a:r>
          </a:p>
          <a:p>
            <a:pPr>
              <a:defRPr sz="1800"/>
            </a:pPr>
            <a:r>
              <a:t>✓ Complete end-to-end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LLM quality depends on model and evidence</a:t>
            </a:r>
          </a:p>
          <a:p>
            <a:pPr>
              <a:defRPr sz="1800"/>
            </a:pPr>
            <a:r>
              <a:t>Stub responses are placeholder, not real</a:t>
            </a:r>
          </a:p>
          <a:p>
            <a:pPr>
              <a:defRPr sz="1800"/>
            </a:pPr>
            <a:r>
              <a:t>No semantic validation (only syntax)</a:t>
            </a:r>
          </a:p>
          <a:p>
            <a:pPr>
              <a:defRPr sz="1800"/>
            </a:pPr>
            <a:r>
              <a:t>No test generation (generates code only)</a:t>
            </a:r>
          </a:p>
          <a:p>
            <a:pPr>
              <a:defRPr sz="1800"/>
            </a:pPr>
            <a:r>
              <a:t>No deployment or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