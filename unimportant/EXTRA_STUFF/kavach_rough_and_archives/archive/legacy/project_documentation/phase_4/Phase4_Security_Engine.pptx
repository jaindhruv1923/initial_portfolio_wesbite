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3366"/>
                </a:solidFill>
              </a:defRPr>
            </a:pPr>
            <a:r>
              <a:t>Phase 4: Security Engine Hardening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PII Detection &amp; Policy 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Phase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Detects personally identifiable information (PII)</a:t>
            </a:r>
          </a:p>
          <a:p>
            <a:pPr>
              <a:defRPr sz="1800"/>
            </a:pPr>
            <a:r>
              <a:t>Governs agent actions with security policies</a:t>
            </a:r>
          </a:p>
          <a:p>
            <a:pPr>
              <a:defRPr sz="1800"/>
            </a:pPr>
            <a:r>
              <a:t>Multilingual support (Hindi, Tamil, Telugu, etc.)</a:t>
            </a:r>
          </a:p>
          <a:p>
            <a:pPr>
              <a:defRPr sz="1800"/>
            </a:pPr>
            <a:r>
              <a:t>Context-aware detection with confidence scoring</a:t>
            </a:r>
          </a:p>
          <a:p>
            <a:pPr>
              <a:defRPr sz="1800"/>
            </a:pPr>
            <a:r>
              <a:t>Blocks or redacts sensitive data at workflow checkpoints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DevOps agents can expose sensitive data</a:t>
            </a:r>
          </a:p>
          <a:p>
            <a:pPr>
              <a:defRPr sz="1800"/>
            </a:pPr>
            <a:r>
              <a:t>PII in code/comments can leak to unintended parties</a:t>
            </a:r>
          </a:p>
          <a:p>
            <a:pPr>
              <a:defRPr sz="1800"/>
            </a:pPr>
            <a:r>
              <a:t>Multilingual PII hard to detect with simple regex</a:t>
            </a:r>
          </a:p>
          <a:p>
            <a:pPr>
              <a:defRPr sz="1800"/>
            </a:pPr>
            <a:r>
              <a:t>Generated code may contain PII from context</a:t>
            </a:r>
          </a:p>
          <a:p>
            <a:pPr>
              <a:defRPr sz="1800"/>
            </a:pPr>
            <a:r>
              <a:t>Need: Intelligent, multilingual, context-aware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PII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PAN (Pan Card): 5 letters + 4 digits + 1 letter</a:t>
            </a:r>
          </a:p>
          <a:p>
            <a:pPr>
              <a:defRPr sz="1800"/>
            </a:pPr>
            <a:r>
              <a:t>Aadhaar: 12-digit number (context-gated)</a:t>
            </a:r>
          </a:p>
          <a:p>
            <a:pPr>
              <a:defRPr sz="1800"/>
            </a:pPr>
            <a:r>
              <a:t>Phone: 10-digit Indian mobile numbers</a:t>
            </a:r>
          </a:p>
          <a:p>
            <a:pPr>
              <a:defRPr sz="1800"/>
            </a:pPr>
            <a:r>
              <a:t>Email: Standard email format</a:t>
            </a:r>
          </a:p>
          <a:p>
            <a:pPr>
              <a:defRPr sz="1800"/>
            </a:pPr>
            <a:r>
              <a:t>Bank Account: Long digit sequences (fully context-gated)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Multilingual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Hindi: आधार, पैन, बैंक खाता</a:t>
            </a:r>
          </a:p>
          <a:p>
            <a:pPr>
              <a:defRPr sz="1800"/>
            </a:pPr>
            <a:r>
              <a:t>Tamil: ஆதார், பான்</a:t>
            </a:r>
          </a:p>
          <a:p>
            <a:pPr>
              <a:defRPr sz="1800"/>
            </a:pPr>
            <a:r>
              <a:t>Telugu: ఆధార్, పాన్</a:t>
            </a:r>
          </a:p>
          <a:p>
            <a:pPr>
              <a:defRPr sz="1800"/>
            </a:pPr>
            <a:r>
              <a:t>Marathi: आधार, पैन</a:t>
            </a:r>
          </a:p>
          <a:p>
            <a:pPr>
              <a:defRPr sz="1800"/>
            </a:pPr>
            <a:r>
              <a:t>Hinglish: 'PAN' mixed with Hindi 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Detection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Pattern Matching: Regex-based detection</a:t>
            </a:r>
          </a:p>
          <a:p>
            <a:pPr>
              <a:defRPr sz="1800"/>
            </a:pPr>
            <a:r>
              <a:t>Context Awareness: Nearby keywords boost confidence</a:t>
            </a:r>
          </a:p>
          <a:p>
            <a:pPr>
              <a:defRPr sz="1800"/>
            </a:pPr>
            <a:r>
              <a:t>Confidence Scoring: 0.0–1.0 per finding</a:t>
            </a:r>
          </a:p>
          <a:p>
            <a:pPr>
              <a:defRPr sz="1800"/>
            </a:pPr>
            <a:r>
              <a:t>Severity Tiers: Low, Medium, High, Critical</a:t>
            </a:r>
          </a:p>
          <a:p>
            <a:pPr>
              <a:defRPr sz="1800"/>
            </a:pPr>
            <a:r>
              <a:t>Explainability: Reason string for every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Policy Enforcement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BLOCK action: Prevents workflow continuation</a:t>
            </a:r>
          </a:p>
          <a:p>
            <a:pPr>
              <a:defRPr sz="1800"/>
            </a:pPr>
            <a:r>
              <a:t>REDACT action: Removes sensitive content</a:t>
            </a:r>
          </a:p>
          <a:p>
            <a:pPr>
              <a:defRPr sz="1800"/>
            </a:pPr>
            <a:r>
              <a:t>Three checkpoints: Input, Context, Output</a:t>
            </a:r>
          </a:p>
          <a:p>
            <a:pPr>
              <a:defRPr sz="1800"/>
            </a:pPr>
            <a:r>
              <a:t>Graceful degradation: Workflow adapts to blocked data</a:t>
            </a:r>
          </a:p>
          <a:p>
            <a:pPr>
              <a:defRPr sz="1800"/>
            </a:pPr>
            <a:r>
              <a:t>Audit trail: All findings logged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Test corpus: 500+ multilingual examples</a:t>
            </a:r>
          </a:p>
          <a:p>
            <a:pPr>
              <a:defRPr sz="1800"/>
            </a:pPr>
            <a:r>
              <a:t>Metrics: Precision, Recall, F1 per category</a:t>
            </a:r>
          </a:p>
          <a:p>
            <a:pPr>
              <a:defRPr sz="1800"/>
            </a:pPr>
            <a:r>
              <a:t>Accuracy: 95%+ for PAN and Email</a:t>
            </a:r>
          </a:p>
          <a:p>
            <a:pPr>
              <a:defRPr sz="1800"/>
            </a:pPr>
            <a:r>
              <a:t>Module: backend/app/security/evaluator.py</a:t>
            </a:r>
          </a:p>
          <a:p>
            <a:pPr>
              <a:defRPr sz="1800"/>
            </a:pPr>
            <a:r>
              <a:t>Endpoint: /evaluate returns precision/recall/F1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Capabilities After Phase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✓ PII detection across 5 categories</a:t>
            </a:r>
          </a:p>
          <a:p>
            <a:pPr>
              <a:defRPr sz="1800"/>
            </a:pPr>
            <a:r>
              <a:t>✓ Multilingual support</a:t>
            </a:r>
          </a:p>
          <a:p>
            <a:pPr>
              <a:defRPr sz="1800"/>
            </a:pPr>
            <a:r>
              <a:t>✓ Confidence-scored findings</a:t>
            </a:r>
          </a:p>
          <a:p>
            <a:pPr>
              <a:defRPr sz="1800"/>
            </a:pPr>
            <a:r>
              <a:t>✓ Context-aware detection</a:t>
            </a:r>
          </a:p>
          <a:p>
            <a:pPr>
              <a:defRPr sz="1800"/>
            </a:pPr>
            <a:r>
              <a:t>✓ Policy-governed 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Regex-based detection (not ML-powered)</a:t>
            </a:r>
          </a:p>
          <a:p>
            <a:pPr>
              <a:defRPr sz="1800"/>
            </a:pPr>
            <a:r>
              <a:t>Context-gating rules are hand-written</a:t>
            </a:r>
          </a:p>
          <a:p>
            <a:pPr>
              <a:defRPr sz="1800"/>
            </a:pPr>
            <a:r>
              <a:t>False positives possible (high precision, lower recall)</a:t>
            </a:r>
          </a:p>
          <a:p>
            <a:pPr>
              <a:defRPr sz="1800"/>
            </a:pPr>
            <a:r>
              <a:t>No support for new PII types without code changes</a:t>
            </a:r>
          </a:p>
          <a:p>
            <a:pPr>
              <a:defRPr sz="1800"/>
            </a:pPr>
            <a:r>
              <a:t>Multilingual support limited to 5 languages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