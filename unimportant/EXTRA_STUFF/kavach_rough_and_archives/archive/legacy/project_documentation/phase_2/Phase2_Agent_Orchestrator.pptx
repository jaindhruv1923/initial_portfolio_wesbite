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5400" b="1">
                <a:solidFill>
                  <a:srgbClr val="003366"/>
                </a:solidFill>
              </a:defRPr>
            </a:pPr>
            <a:r>
              <a:t>Phase 2: Agent Orchestrator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Agentic Planning &amp; Workflow Coordination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Phase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Orchestrates the complete Kavach workflow</a:t>
            </a:r>
          </a:p>
          <a:p>
            <a:pPr>
              <a:defRPr sz="1800"/>
            </a:pPr>
            <a:r>
              <a:t>Coordinates planning, retrieval, security, generation, and analysis</a:t>
            </a:r>
          </a:p>
          <a:p>
            <a:pPr>
              <a:defRPr sz="1800"/>
            </a:pPr>
            <a:r>
              <a:t>Implements state machine for transparency and auditability</a:t>
            </a:r>
          </a:p>
          <a:p>
            <a:pPr>
              <a:defRPr sz="1800"/>
            </a:pPr>
            <a:r>
              <a:t>Tracks workflow history and intermediate results</a:t>
            </a:r>
          </a:p>
          <a:p>
            <a:pPr>
              <a:defRPr sz="1800"/>
            </a:pPr>
            <a:r>
              <a:t>Acts as the central nervous system of Kavach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Agentic code generation needs coordination</a:t>
            </a:r>
          </a:p>
          <a:p>
            <a:pPr>
              <a:defRPr sz="1800"/>
            </a:pPr>
            <a:r>
              <a:t>Multiple phases (RAG, security, generation) must work together</a:t>
            </a:r>
          </a:p>
          <a:p>
            <a:pPr>
              <a:defRPr sz="1800"/>
            </a:pPr>
            <a:r>
              <a:t>Decisions must be traceable and auditable</a:t>
            </a:r>
          </a:p>
          <a:p>
            <a:pPr>
              <a:defRPr sz="1800"/>
            </a:pPr>
            <a:r>
              <a:t>Workflow needs security checkpoints</a:t>
            </a:r>
          </a:p>
          <a:p>
            <a:pPr>
              <a:defRPr sz="1800"/>
            </a:pPr>
            <a:r>
              <a:t>State must be persistable and queryable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Key Concepts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Orchestration: Coordinate Phase 1–5 in sequence</a:t>
            </a:r>
          </a:p>
          <a:p>
            <a:pPr>
              <a:defRPr sz="1800"/>
            </a:pPr>
            <a:r>
              <a:t>Workflow State Machine: Tracks progress through stages</a:t>
            </a:r>
          </a:p>
          <a:p>
            <a:pPr>
              <a:defRPr sz="1800"/>
            </a:pPr>
            <a:r>
              <a:t>Planning: Decompose developer request into tasks</a:t>
            </a:r>
          </a:p>
          <a:p>
            <a:pPr>
              <a:defRPr sz="1800"/>
            </a:pPr>
            <a:r>
              <a:t>Security Checkpoints: Block sensitive data at 3 points</a:t>
            </a:r>
          </a:p>
          <a:p>
            <a:pPr>
              <a:defRPr sz="1800"/>
            </a:pPr>
            <a:r>
              <a:t>Auditability: Every step recorded in workflow history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Workflow Stages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1. PLANNING: Decompose request into task steps</a:t>
            </a:r>
          </a:p>
          <a:p>
            <a:pPr>
              <a:defRPr sz="1800"/>
            </a:pPr>
            <a:r>
              <a:t>2. CONTEXT_RETRIEVAL: Search repository for evidence</a:t>
            </a:r>
          </a:p>
          <a:p>
            <a:pPr>
              <a:defRPr sz="1800"/>
            </a:pPr>
            <a:r>
              <a:t>3. SECURITY_CHECK: Detect PII in context</a:t>
            </a:r>
          </a:p>
          <a:p>
            <a:pPr>
              <a:defRPr sz="1800"/>
            </a:pPr>
            <a:r>
              <a:t>4. IMPACT_ANALYSIS: Predict affected files</a:t>
            </a:r>
          </a:p>
          <a:p>
            <a:pPr>
              <a:defRPr sz="1800"/>
            </a:pPr>
            <a:r>
              <a:t>5. GENERATION: Evidence-grounded code generation</a:t>
            </a:r>
          </a:p>
          <a:p>
            <a:pPr>
              <a:defRPr sz="1800"/>
            </a:pPr>
            <a:r>
              <a:t>6. VALIDATION: Syntax and semantic validation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Planning Engine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Interprets developer requests</a:t>
            </a:r>
          </a:p>
          <a:p>
            <a:pPr>
              <a:defRPr sz="1800"/>
            </a:pPr>
            <a:r>
              <a:t>Detects keywords: test, security, auth, database, etc.</a:t>
            </a:r>
          </a:p>
          <a:p>
            <a:pPr>
              <a:defRPr sz="1800"/>
            </a:pPr>
            <a:r>
              <a:t>Decomposes complex requests into steps</a:t>
            </a:r>
          </a:p>
          <a:p>
            <a:pPr>
              <a:defRPr sz="1800"/>
            </a:pPr>
            <a:r>
              <a:t>Module: backend/app/agent/planner.py</a:t>
            </a:r>
          </a:p>
          <a:p>
            <a:pPr>
              <a:defRPr sz="1800"/>
            </a:pPr>
            <a:r>
              <a:t>Outputs: List of task steps for orchestrator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State Machine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INITIAL → PLANNING → CONTEXT_RETRIEVAL → SECURITY_CHECK</a:t>
            </a:r>
          </a:p>
          <a:p>
            <a:pPr>
              <a:defRPr sz="1800"/>
            </a:pPr>
            <a:r>
              <a:t>→ IMPACT_ANALYSIS → GENERATION → VALIDATION → COMPLETE</a:t>
            </a:r>
          </a:p>
          <a:p>
            <a:pPr>
              <a:defRPr sz="1800"/>
            </a:pPr>
            <a:r>
              <a:t>BLOCKED state if sensitive data detected</a:t>
            </a:r>
          </a:p>
          <a:p>
            <a:pPr>
              <a:defRPr sz="1800"/>
            </a:pPr>
            <a:r>
              <a:t>NEEDS_REVIEW state if PII in retrieved context</a:t>
            </a:r>
          </a:p>
          <a:p>
            <a:pPr>
              <a:defRPr sz="1800"/>
            </a:pPr>
            <a:r>
              <a:t>Module: backend/app/agent/state.py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Security Checkpoints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Checkpoint 1: Input validation (detect PII in request)</a:t>
            </a:r>
          </a:p>
          <a:p>
            <a:pPr>
              <a:defRPr sz="1800"/>
            </a:pPr>
            <a:r>
              <a:t>Checkpoint 2: Context validation (detect PII in retrieved chunks)</a:t>
            </a:r>
          </a:p>
          <a:p>
            <a:pPr>
              <a:defRPr sz="1800"/>
            </a:pPr>
            <a:r>
              <a:t>Checkpoint 3: Output validation (check generated code for issues)</a:t>
            </a:r>
          </a:p>
          <a:p>
            <a:pPr>
              <a:defRPr sz="1800"/>
            </a:pPr>
            <a:r>
              <a:t>Graceful degradation: workflow continues or blocks as needed</a:t>
            </a:r>
          </a:p>
          <a:p>
            <a:pPr>
              <a:defRPr sz="1800"/>
            </a:pPr>
            <a:r>
              <a:t>All findings logged with confidence scores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Capabilities After Phase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✓ Request decomposition</a:t>
            </a:r>
          </a:p>
          <a:p>
            <a:pPr>
              <a:defRPr sz="1800"/>
            </a:pPr>
            <a:r>
              <a:t>✓ Coordinated multi-phase workflow</a:t>
            </a:r>
          </a:p>
          <a:p>
            <a:pPr>
              <a:defRPr sz="1800"/>
            </a:pPr>
            <a:r>
              <a:t>✓ Workflow state tracking</a:t>
            </a:r>
          </a:p>
          <a:p>
            <a:pPr>
              <a:defRPr sz="1800"/>
            </a:pPr>
            <a:r>
              <a:t>✓ Security-aware orchestration</a:t>
            </a:r>
          </a:p>
          <a:p>
            <a:pPr>
              <a:defRPr sz="1800"/>
            </a:pPr>
            <a:r>
              <a:t>✓ Auditable history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Planning is keyword-based (not ML-powered)</a:t>
            </a:r>
          </a:p>
          <a:p>
            <a:pPr>
              <a:defRPr sz="1800"/>
            </a:pPr>
            <a:r>
              <a:t>State transitions are sequential (no parallel stages)</a:t>
            </a:r>
          </a:p>
          <a:p>
            <a:pPr>
              <a:defRPr sz="1800"/>
            </a:pPr>
            <a:r>
              <a:t>No feedback loops for handling errors</a:t>
            </a:r>
          </a:p>
          <a:p>
            <a:pPr>
              <a:defRPr sz="1800"/>
            </a:pPr>
            <a:r>
              <a:t>In-memory storage (no persistent database)</a:t>
            </a:r>
          </a:p>
          <a:p>
            <a:pPr>
              <a:defRPr sz="1800"/>
            </a:pPr>
            <a:r>
              <a:t>Blocking is strict (no confidence-based thresholds)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