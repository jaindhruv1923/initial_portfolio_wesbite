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3657600" cy="50292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635508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6355080"/>
            <a:ext cx="4572000" cy="50292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KAVACH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DCEBF2"/>
                </a:solidFill>
              </a:defRPr>
            </a:pPr>
            <a:r>
              <a:t>Multilingual Security-Governed</a:t>
            </a:r>
            <a:br/>
            <a:r>
              <a:t>Agentic AI DevOps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86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A4B1"/>
                </a:solidFill>
              </a:defRPr>
            </a:pPr>
            <a:r>
              <a:t>Semester VII • 5-Credit Project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BML Munjal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840480"/>
            <a:ext cx="3931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Dhruv Jain  |  230532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Dev Garg  |  230487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Ansh Rohilla  |  230794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Ansh Adhikari  |  230822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The problem: AI coding needs a control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356616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91440" cy="356616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Sensitive repositories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9718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Production codebases may contain PII, secrets, customer records, and regulated business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91440" cy="356616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Uncontrolled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29718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An agent can interpret a request, call tools, modify files, or generate logs without understanding organisational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356616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91440" cy="3566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Weak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29718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A final answer alone does not explain what evidence was used, what was blocked, or whether the change was validated.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63F"/>
                </a:solidFill>
              </a:defRPr>
            </a:pPr>
            <a:r>
              <a:t>Kavach governs the workflow before, during, and after AI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A realistic use case: an NBFC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8288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41448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Developer</a:t>
            </a:r>
            <a:br/>
            <a:r>
              <a:t>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331720"/>
            <a:ext cx="18288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2441448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Kavach</a:t>
            </a:r>
            <a:br/>
            <a:r>
              <a:t>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331720"/>
            <a:ext cx="18288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2441448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Agent +</a:t>
            </a:r>
            <a:br/>
            <a:r>
              <a:t>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31720"/>
            <a:ext cx="18288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441448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Validate /</a:t>
            </a:r>
            <a:br/>
            <a:r>
              <a:t>Audit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743200"/>
            <a:ext cx="59436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743200"/>
            <a:ext cx="59436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743200"/>
            <a:ext cx="594361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977639"/>
            <a:ext cx="30175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977639"/>
            <a:ext cx="91440" cy="114300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42231"/>
            <a:ext cx="2606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Safe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99431"/>
            <a:ext cx="2606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“Add a health-check endpoint” → proceed after evidence and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77639"/>
            <a:ext cx="30175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977639"/>
            <a:ext cx="91440" cy="114300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142231"/>
            <a:ext cx="2606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Risky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599431"/>
            <a:ext cx="2606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“Log customer Aadhaar” → block or redact.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77639"/>
            <a:ext cx="30175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77639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142231"/>
            <a:ext cx="2606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High-risk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599431"/>
            <a:ext cx="2606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“Delete records by PAN” → stricter review/block decision.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What Kavach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</a:defRPr>
            </a:pPr>
            <a:r>
              <a:t>Understands developer intent in natural language, including code-mixed and multilingual requests.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</a:defRPr>
            </a:pPr>
            <a:r>
              <a:t>Detects and redacts sensitive information before it reaches unsafe logs or downstream actions.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</a:defRPr>
            </a:pPr>
            <a:r>
              <a:t>Retrieves repository evidence so generated changes are grounded in the actual codebase.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</a:defRPr>
            </a:pPr>
            <a:r>
              <a:t>Applies action-aware policies: the same identifier can receive different treatment depending on the requested action.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</a:defRPr>
            </a:pPr>
            <a:r>
              <a:t>Validates changes and records a privacy-preserving audit trail.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Request</a:t>
            </a:r>
            <a:br/>
            <a:r>
              <a:t>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PII + Intent</a:t>
            </a:r>
            <a:br/>
            <a:r>
              <a:t>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Policy</a:t>
            </a:r>
            <a:br/>
            <a:r>
              <a:t>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Repository</a:t>
            </a:r>
            <a:br/>
            <a: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Agent</a:t>
            </a:r>
            <a:br/>
            <a:r>
              <a:t>Orchestrator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Generation +</a:t>
            </a:r>
            <a:br/>
            <a:r>
              <a:t>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240280"/>
            <a:ext cx="132588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350008"/>
            <a:ext cx="1179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63F"/>
                </a:solidFill>
              </a:defRPr>
            </a:pPr>
            <a:r>
              <a:t>Audit +</a:t>
            </a:r>
            <a:br/>
            <a:r>
              <a:t>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7472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0" y="2697480"/>
            <a:ext cx="228600" cy="0"/>
          </a:xfrm>
          <a:prstGeom prst="line">
            <a:avLst/>
          </a:prstGeom>
          <a:ln w="31750">
            <a:solidFill>
              <a:srgbClr val="2EA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06908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63F"/>
                </a:solidFill>
              </a:defRPr>
            </a:pPr>
            <a:r>
              <a:t>Governance is a continuous path, not a single post-processing filter.</a:t>
            </a:r>
          </a:p>
          <a:p>
            <a:pPr>
              <a:defRPr sz="1800">
                <a:solidFill>
                  <a:srgbClr val="1F4E79"/>
                </a:solidFill>
              </a:defRPr>
            </a:pPr>
            <a:r>
              <a:t>Evidence → decision → execution → validation → accountability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Five development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69164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91440" cy="169164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01  RAG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Repository ingestion and evidence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383280" cy="169164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9144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02  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4767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Planning and governed tool coordination.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83280" cy="169164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91440" cy="169164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904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03  Evidence-Grounded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4767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Code changes based on retrieved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91440" cy="169164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04  Security Engine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8795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PII detection, redaction, policy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9144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73075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05  Change-Impact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18795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Affected components and targeted validation.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Action-aware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7665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Request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Sensitive data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Action risk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Decision path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Explain existing validation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Allow / review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Add health-check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Absent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Allow after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Log Aadhaar/PAN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Medium/High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Block or redact</a:t>
                      </a:r>
                    </a:p>
                  </a:txBody>
                  <a:tcPr>
                    <a:solidFill>
                      <a:srgbClr val="EFF5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Delete records by 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Block /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63F"/>
                </a:solidFill>
              </a:defRPr>
            </a:pPr>
            <a:r>
              <a:t>The policy engine evaluates context—not just keywords.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Live demonstration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2161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1263F"/>
                </a:solidFill>
              </a:defRPr>
            </a:pPr>
            <a:r>
              <a:t>Safe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161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Health-check endpoint completes.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305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1263F"/>
                </a:solidFill>
              </a:defRPr>
            </a:pPr>
            <a:r>
              <a:t>Evidence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Relevant files and rationale appear.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44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1263F"/>
                </a:solidFill>
              </a:defRPr>
            </a:pPr>
            <a:r>
              <a:t>Risky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449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PII-containing logging request is stopped.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977639"/>
            <a:ext cx="502920" cy="502920"/>
          </a:xfrm>
          <a:prstGeom prst="ellipse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79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593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1263F"/>
                </a:solidFill>
              </a:defRPr>
            </a:pPr>
            <a:r>
              <a:t>Decision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593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Policy reason and redaction are shown.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92040"/>
            <a:ext cx="502920" cy="502920"/>
          </a:xfrm>
          <a:prstGeom prst="ellipse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79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873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1263F"/>
                </a:solidFill>
              </a:defRPr>
            </a:pPr>
            <a: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737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B34"/>
                </a:solidFill>
              </a:defRPr>
            </a:pPr>
            <a:r>
              <a:t>Blocked event is recorded without raw PAN/Aadhaar.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How we evaluate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918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91440" cy="182880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3619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28803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PII detection quality, redaction safety, and policy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2918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91440" cy="182880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3619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8803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Validation pass rate, repository grounding, and impact analysis usefulness.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2918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8803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Explainable decisions, trace completeness, and absence of raw sensitive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63F"/>
                </a:solidFill>
              </a:defRPr>
            </a:pPr>
            <a:r>
              <a:t>Report measured results from the current repository test run.</a:t>
            </a:r>
          </a:p>
          <a:p>
            <a:pPr>
              <a:defRPr sz="1700">
                <a:solidFill>
                  <a:srgbClr val="232B34"/>
                </a:solidFill>
              </a:defRPr>
            </a:pPr>
            <a:r>
              <a:t>Avoid claiming production-level performance until it has been independently measured.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3F"/>
                </a:solidFill>
              </a:defRPr>
            </a:pPr>
            <a: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F4E79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5029200" cy="429768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91440" cy="4297680"/>
          </a:xfrm>
          <a:prstGeom prst="rect">
            <a:avLst/>
          </a:prstGeom>
          <a:solidFill>
            <a:srgbClr val="E27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44751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Current prototype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4617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• Academic/applied prototype, not a production certification</a:t>
            </a:r>
            <a:br/>
            <a:r>
              <a:t>• Detector and policy coverage require broader evaluation</a:t>
            </a:r>
            <a:br/>
            <a:r>
              <a:t>• Human review remains necessary for high-impact changes</a:t>
            </a:r>
            <a:br/>
            <a:r>
              <a:t>• Enterprise identity, scale, and deployment hardening are future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029200" cy="4297680"/>
          </a:xfrm>
          <a:prstGeom prst="roundRect">
            <a:avLst/>
          </a:prstGeom>
          <a:solidFill>
            <a:srgbClr val="EFF5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91440" cy="4297680"/>
          </a:xfrm>
          <a:prstGeom prst="rect">
            <a:avLst/>
          </a:prstGeom>
          <a:solidFill>
            <a:srgbClr val="2EA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44751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1263F"/>
                </a:solidFill>
              </a:defRPr>
            </a:pPr>
            <a:r>
              <a:t>Next extensions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01952"/>
            <a:ext cx="4617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• Role-based approvals and enterprise policy packs</a:t>
            </a:r>
            <a:br/>
            <a:r>
              <a:t>• Broader multilingual datasets and red-team evaluation</a:t>
            </a:r>
            <a:br/>
            <a:r>
              <a:t>• CI/CD deployment gates and model/version monitoring</a:t>
            </a:r>
            <a:br/>
            <a:r>
              <a:t>• Richer repository graphs and large-scale benchmarking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EA4B1"/>
                </a:solidFill>
              </a:defRPr>
            </a:pPr>
            <a: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Kavach makes AI-assisted development</a:t>
            </a:r>
            <a:br/>
            <a:r>
              <a:t>safer, explainable,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2519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2"/>
                </a:solidFill>
              </a:defRPr>
            </a:pPr>
            <a:r>
              <a:t>Security + Repository Intelligence + Agentic Workflows +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D"/>
                </a:solidFill>
              </a:defRPr>
            </a:pPr>
            <a:r>
              <a:t>KAVACH  •  Semester VII Project    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