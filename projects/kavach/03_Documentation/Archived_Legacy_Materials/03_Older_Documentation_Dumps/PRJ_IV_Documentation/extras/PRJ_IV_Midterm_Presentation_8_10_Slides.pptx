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0D2FF"/>
                </a:solidFill>
              </a:defRPr>
            </a:pPr>
            <a:r>
              <a:t>BML MUNJAL UNIVERSITY | SCHOOL OF ENGINEERING &amp; TECHNOLOGY</a:t>
            </a:r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t>KAVACH</a:t>
            </a:r>
          </a:p>
          <a:p>
            <a:pPr>
              <a:spcAft>
                <a:spcPts val="2400"/>
              </a:spcAft>
              <a:defRPr sz="2000" b="1">
                <a:solidFill>
                  <a:srgbClr val="64FFDA"/>
                </a:solidFill>
              </a:defRPr>
            </a:pPr>
            <a:r>
              <a:t>A Security-Governed Multi-Agent AI DevOps &amp; Observability Platform</a:t>
            </a:r>
          </a:p>
          <a:p>
            <a:pPr>
              <a:spcAft>
                <a:spcPts val="2000"/>
              </a:spcAft>
              <a:defRPr sz="1400">
                <a:solidFill>
                  <a:srgbClr val="CCD6F6"/>
                </a:solidFill>
              </a:defRPr>
            </a:pPr>
            <a:r>
              <a:t>Project-IV (7th Semester Major Project) — Mid-Term Evaluation Presentation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389120"/>
            <a:ext cx="10362895" cy="16459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26280"/>
            <a:ext cx="99971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D166"/>
                </a:solidFill>
              </a:defRPr>
            </a:pPr>
            <a:r>
              <a:t>Team Members &amp; Academic Details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Dhruv Jain (230532) | Dev Garg (230487) | Ansh Rohilla (230794) | Ansh Adhikari (230822)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Department of Computer Science &amp; Engineering | Academic Year 2026–27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Faculty Evaluator / Coordinator: Prof. Anusha Chhabra | Presentation Date: 29/09/2026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METHODOLOGY RUBRIC: OBJECTIVE &amp; PROBLEM DEFINITION (5 MARKS)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Critical Security Dilemma of Autonomous AI Coding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D2FF"/>
                </a:solidFill>
              </a:defRPr>
            </a:pPr>
            <a:r>
              <a:t>Industry Context &amp; Autonomous Agent Risks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High Adoption: Organizations are rapidly deploying autonomous agents (Devin, SWE-agent, AutoPR) for end-to-end software development.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The Supply-Chain Vector: LLMs operate as probabilistic token predictors and regularly hallucinate non-existent package names.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Weaponized Slopsquatting: Attackers monitor LLM hallucinations and register malicious packages on PyPI/npm (AI Dependency Confusion).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Credential Exfiltration: Developers accidentally paste production API keys into prompt logs dispatched to external cloud APIs.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Unbounded Blast Radius: Agents modify code without architectural dependency awareness, breaking downstream services.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D166"/>
                </a:solidFill>
              </a:defRPr>
            </a:pPr>
            <a:r>
              <a:t>The Core Research Problem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Core Question: How can enterprises harvest autonomous agent velocity without risking credential leaks, slopsquatting, or regressions?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Limitation of Existing Defenses: Traditional SCA tools (Snyk, Dependabot) only scan static requirements.txt post-facto.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Fragility of Prompt Filters: System prompts ('Do not leak secrets') are stochastic and vulnerable to prompt injection jailbreaks.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The Kavach Mission: Construct a deterministic, pre-execution governance layer combining Shannon entropy, AST import firewalls, and ReAct sandboxing.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LITERATURE REVIEW RUBRIC: COMPREHENSIVENESS (PART 1 / 2 — 10 MARKS)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Literature Review: Autonomous Agents &amp; Supply-Chain Vulnerabilities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D2FF"/>
                </a:solidFill>
              </a:defRPr>
            </a:pPr>
            <a:r>
              <a:t>1. Autonomous Coding Agents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SWE-agent (Yang et al., 2024): Demonstrated ReAct agent resolving real GitHub issues via terminal interface.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Identified Flaw: SWE-agent lacks pre-execution security gates, permitting arbitrary destructive shell commands.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Devin (Cognition, 2024): Highlighted non-convergent debugging oscillations and token exhaustion during unit testing.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D2FF"/>
                </a:solidFill>
              </a:defRPr>
            </a:pPr>
            <a:r>
              <a:t>2. AI Package Hallucination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Bar-Zik (2024) &amp; Lazaar et al. (2024): Proved LLMs regularly invent package names for niche tasks.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Slopsquatting Threat: Attackers register these packages on PyPI to hijack developer machines upon 'pip install'.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Ladisa et al. (2023): Traditional SCA tools are blind to runtime agent-synthesized import statements.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D2FF"/>
                </a:solidFill>
              </a:defRPr>
            </a:pPr>
            <a:r>
              <a:t>3. Prompt Injection &amp; LLM Security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OWASP Top 10 for LLMs (2025): Highlights Prompt Injection (LLM01) and Sensitive Data Exposure (LLM06).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Greshake et al. (2023): Indirect prompt injection in code comments hijacks the agent's internal goal state.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Defense Consensus: Security must be enforced outside the LLM context window using deterministic filters.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LITERATURE REVIEW RUBRIC: COMPREHENSIVENESS (PART 2 / 2 — 10 MARKS)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Literature Review: Code RAG, Static Analysis &amp; Privacy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D2FF"/>
                </a:solidFill>
              </a:defRPr>
            </a:pPr>
            <a:r>
              <a:t>4. Code RAG &amp; Embeddings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Lewis et al. (2020): Grounded generation using dense vector embeddings.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Feng et al. (2020) &amp; Guo et al. (2022): CodeBERT and sentence-transformers for code retrieval.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Existing Limitation: Naive character chunking shatters AST syntax boundaries and separably indexes signatures from bodies.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D2FF"/>
                </a:solidFill>
              </a:defRPr>
            </a:pPr>
            <a:r>
              <a:t>5. AST &amp; Change Impact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Aho et al. (2006): Static Abstract Syntax Trees represent deterministic program structure without execution.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Ren et al. (2004) &amp; Lehnert (2011): Transitive closure over AST dependency graphs is vital for blast radius prediction.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Agent Gap: No existing autonomous agent constructs AST impact graphs before applying multi-file code modifications.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D2FF"/>
                </a:solidFill>
              </a:defRPr>
            </a:pPr>
            <a:r>
              <a:t>6. Regulatory Compliance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India DPDP Act (2023): Strict statutory liabilities for leaking national identifiers (Aadhaar, PAN).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EU AI Act (2024): Transparency and auditability mandates for high-risk autonomous AI systems.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Jain et al. (2023): Western PII scanners fail on code-mixed Hinglish developer text and bare Indian IDs.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LITERATURE REVIEW RUBRIC: RESEARCH GAP (5 MARKS)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Critical Research Gaps in State-of-the-Art Tooling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FFD166"/>
                </a:solidFill>
              </a:defRPr>
            </a:pPr>
            <a:r>
              <a:t>Gap 1: Absence of Pre-Execution Deterministic Guardrails: </a:t>
            </a:r>
            <a:r>
              <a:rPr sz="1000">
                <a:solidFill>
                  <a:srgbClr val="CCD6F6"/>
                </a:solidFill>
              </a:rPr>
              <a:t>Current Flaw: Existing agents rely on stochastic prompt instructions ('Do not leak keys'). Vulnerable to jailbreaks.  |  </a:t>
            </a:r>
            <a:r>
              <a:rPr sz="1000" b="1">
                <a:solidFill>
                  <a:srgbClr val="64FFDA"/>
                </a:solidFill>
              </a:rPr>
              <a:t>Kavach Solution: Kavach implements Shannon entropy (H &gt; 4.5) &amp; regex that abort before LLM tokenization.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FFD166"/>
                </a:solidFill>
              </a:defRPr>
            </a:pPr>
            <a:r>
              <a:t>Gap 2: Complete Blind Spot on Package Slopsquatting: </a:t>
            </a:r>
            <a:r>
              <a:rPr sz="1000">
                <a:solidFill>
                  <a:srgbClr val="CCD6F6"/>
                </a:solidFill>
              </a:rPr>
              <a:t>Current Flaw: Snyk/Dependabot only scan requirements.txt. No tool intercepts imports in agent-generated code.  |  </a:t>
            </a:r>
            <a:r>
              <a:rPr sz="1000" b="1">
                <a:solidFill>
                  <a:srgbClr val="64FFDA"/>
                </a:solidFill>
              </a:rPr>
              <a:t>Kavach Solution: AST Package Firewall parsing imports against official PyPI registry APIs (&lt;5ms latency).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FFD166"/>
                </a:solidFill>
              </a:defRPr>
            </a:pPr>
            <a:r>
              <a:t>Gap 3: Missing AST Dependency &amp; Blast-Radius Grounding: </a:t>
            </a:r>
            <a:r>
              <a:rPr sz="1000">
                <a:solidFill>
                  <a:srgbClr val="CCD6F6"/>
                </a:solidFill>
              </a:rPr>
              <a:t>Current Flaw: Agents modify target files blindly without transitive caller-callee awareness.  |  </a:t>
            </a:r>
            <a:r>
              <a:rPr sz="1000" b="1">
                <a:solidFill>
                  <a:srgbClr val="64FFDA"/>
                </a:solidFill>
              </a:rPr>
              <a:t>Kavach Solution: Static AST dependency graph computing transitive closure and empirical regression 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FFD166"/>
                </a:solidFill>
              </a:defRPr>
            </a:pPr>
            <a:r>
              <a:t>Gap 4: Lack of Closed-Loop Self-Healing Sandboxing: </a:t>
            </a:r>
            <a:r>
              <a:rPr sz="1000">
                <a:solidFill>
                  <a:srgbClr val="CCD6F6"/>
                </a:solidFill>
              </a:rPr>
              <a:t>Current Flaw: Syntactically valid code fails runtime assertions, causing manual debugging fatigue.  |  </a:t>
            </a:r>
            <a:r>
              <a:rPr sz="1000" b="1">
                <a:solidFill>
                  <a:srgbClr val="64FFDA"/>
                </a:solidFill>
              </a:rPr>
              <a:t>Kavach Solution: ReAct reflection sandbox executing pytest in isolated environments with auto-repair (max 3x).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FFD166"/>
                </a:solidFill>
              </a:defRPr>
            </a:pPr>
            <a:r>
              <a:t>Gap 5: Disconnection from Open Tool Standards (MCP): </a:t>
            </a:r>
            <a:r>
              <a:rPr sz="1000">
                <a:solidFill>
                  <a:srgbClr val="CCD6F6"/>
                </a:solidFill>
              </a:rPr>
              <a:t>Current Flaw: Security tools are closed vendor silos requiring proprietary web portals.  |  </a:t>
            </a:r>
            <a:r>
              <a:rPr sz="1000" b="1">
                <a:solidFill>
                  <a:srgbClr val="64FFDA"/>
                </a:solidFill>
              </a:rPr>
              <a:t>Kavach Solution: Exposed over Anthropic's Model Context Protocol (MCP) as standard JSON-RPC tools for Cursor/Claude.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METHODOLOGY RUBRIC: OBJECTIVE &amp; PROBLEM DEFINITION (5 MARKS)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Concrete Research Objectives &amp; Measurable Target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D2FF"/>
                </a:solidFill>
              </a:defRPr>
            </a:pPr>
            <a:r>
              <a:t>Primary Research Objectives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Objective 1 (Supply-Chain Defense): Intercept all Python AST imports and validate existence on official PyPI index before execution.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Objective 2 (Zero-Knowledge Pre-Execution Gate): Detect and block 100% of high-entropy credentials (H &gt; 4.5) and Indian identifiers (Aadhaar/PAN).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Objective 3 (AST Blast-Radius Scoring): Formulate a static dependency algorithm to quantify downstream regression blast radius.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Objective 4 (Autonomous Self-Healing Loop): Achieve &gt;90% autonomous recovery on runtime test failures using ReAct reflection loops.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Objective 5 (Open Interoperability): Expose all tools over Model Context Protocol (MCP) for Cursor IDE and Claude Desktop integration.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4FFDA"/>
                </a:solidFill>
              </a:defRPr>
            </a:pPr>
            <a:r>
              <a:t>Quantitative Evaluation Targets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Supply-Chain Catch Rate: 100% precision and recall on hallucinated packages.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Credential Catch Rate: 100% detection of production AWS/GitHub/Stripe keys.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PII Detection Rigor: F1 Score &gt;= 0.95 across Indian national identifiers.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End-to-End Latency: Average pipeline latency &lt;= 1.5 seconds.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Security Overhead: All pre-execution guards execute in &lt;= 20 ms (&lt; 2% total time).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Economic Efficiency: Average inference cost &lt;= $0.0005 USD per governed run.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Automated Test Coverage: Comprehensive suite of 220+ automated unit &amp; integration tests.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METHODOLOGY RUBRIC: PROPOSED METHODOLOGY (TOOLS / TECHNIQUES / METHODS) (5 MARKS)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Proposed Methodology: 6-Stage Governed Agentic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D2FF"/>
                </a:solidFill>
              </a:defRPr>
            </a:pPr>
            <a:r>
              <a:t>Stage 1. Sentinel Screening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Tech: Shannon Entropy + Regex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Function: Detects secrets (H &gt; 4.5) and Aadhaar/PAN before invoking LLM.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830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D2FF"/>
                </a:solidFill>
              </a:defRPr>
            </a:pPr>
            <a:r>
              <a:t>Stage 2. Qdrant RAG Context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Tech: Dense Vector Cosine Similarity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Function: Retrieves AST-aware code chunks from 384-d vector database.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830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D2FF"/>
                </a:solidFill>
              </a:defRPr>
            </a:pPr>
            <a:r>
              <a:t>Stage 3. AST Blast Radius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Tech: Static Dependency Analysis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Function: Parses AST to build dependency graph and compute regression impact.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4FFDA"/>
                </a:solidFill>
              </a:defRPr>
            </a:pPr>
            <a:r>
              <a:t>Stage 4. Dual-Engine LLM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Tech: Gemini 2.5 Flash / Local Ollama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Function: Air-gapped routing: cloud APIs for public tasks; local Qwen for private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0690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4FFDA"/>
                </a:solidFill>
              </a:defRPr>
            </a:pPr>
            <a:r>
              <a:t>Stage 5. Package Firewall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Tech: AST Import Extractor + PyPI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Function: Intercepts external imports and verifies existence on PyPI index.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0690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4FFDA"/>
                </a:solidFill>
              </a:defRPr>
            </a:pPr>
            <a:r>
              <a:t>Stage 6. ReAct Sandbox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Tech: Subprocess Execution + Reflection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Function: Executes unit tests in sandbox; captures stderr and reflects to repair.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METHODOLOGY RUBRIC: TOOLS, TECHNIQUES &amp; ALGORITHMS (5 MARKS)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Technological Implementation &amp; Mathematical Foundations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D2FF"/>
                </a:solidFill>
              </a:defRPr>
            </a:pPr>
            <a:r>
              <a:t>Technological Stack &amp; Protocols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Backend Framework: FastAPI (Async REST + Server-Sent Events real-time telemetry).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Vector Store: Qdrant Vector Client running all-MiniLM-L6-v2 dense embeddings.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Code Graph Parser: Python built-in 'ast' module (NodeVisitor traversal).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Inference Engines: Google Gemini 2.5 Flash API + Local Ollama (qwen2.5-coder:7b).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Interoperability Standard: Anthropic Model Context Protocol (MCP SDK, JSON-RPC 2.0).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DevOps Webhook: GitHub Pre-Merge Gatekeeper evaluating PR diffs automatically.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Frontend Dashboard: Dark-mode Mission Control with Groq Whisper voice input.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D166"/>
                </a:solidFill>
              </a:defRPr>
            </a:pPr>
            <a:r>
              <a:t>Mathematical Formulations &amp; Algorithms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Shannon Entropy Formula for Secret Detection: H = -sum(p_i * log2(p_i)) over character distributions. High entropy (H &gt; 4.5) flags API keys.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Risk-Adaptive Policy Scoring: Risk = w1*ActionRisk + w2*FindingSeverity + w3*ExposureLevel. Emits ALLOW, REDACT, REVIEW, or BLOCK.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Cosine Similarity in Qdrant: cos(u, v) = (u . v) / (||u|| * ||v||) for top-k code retrieval.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Transitive AST Graph Closure: Computes reachability matrix over function call graph to measure affected files.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ReAct Reflection Algorithm: Formulates prompt from captured stderr tracebacks with strict upper bound N = 3 iterations.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METHODOLOGY RUBRIC: DATASETS &amp; EMPIRICAL EVALUATION (5 MARKS)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Evaluation Datasets &amp; Empirical Experimental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D2FF"/>
                </a:solidFill>
              </a:defRPr>
            </a:pPr>
            <a:r>
              <a:t>Evaluation Datasets Evaluated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Dataset 1: Package Hallucination Corpus (100 packages): 50 real PyPI packages + 50 documented LLM hallucinations.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Dataset 2: Multilingual PII &amp; Credential Corpus (100 prompts): English &amp; Hinglish prompts containing Aadhaar, PAN, and cloud keys.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Dataset 3: Operational 42-Run Evaluation Dataset (42 persistent runs): Real-world traces across 4 user personas logged in workflow_runs.json.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Dataset 4: AST Impact Test Cases: 5 multi-module repositories evaluating transitive blast-radius precision.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4FFDA"/>
                </a:solidFill>
              </a:defRPr>
            </a:pPr>
            <a:r>
              <a:t>Empirical Benchmark Findings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Package Slopsquatting Catch Rate: 100% Precision, 100% Recall, 100% F1 Score (0 false negatives).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PII &amp; Credential Detection: F1 = 0.962 on Indian identifiers; 100% catch rate on AWS/GitHub secret tokens.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Autonomous Self-Healing Rate: 90.0% autonomous recovery within 2 ReAct reflection cycles.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Pipeline Latency: Average latency 1,370 ms; security guardrails contribute &lt; 20 ms (&lt; 2% overhead).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LLM-as-a-Judge Accuracy: Average 4.90 / 5.0 rating across 42 evaluated workflow runs.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PROJECT DELIVERABLES &amp; SUMMARY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Current Implementation Status, Test Evidence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D2FF"/>
                </a:solidFill>
              </a:defRPr>
            </a:pPr>
            <a:r>
              <a:t>Verified System Deliverables Completed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Automated Test Suite: 220 automated unit &amp; integration tests passing with 100% success rate.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Live Endpoints: 18 FastAPI endpoints operational (RAG ingest, review, package firewall, self-heal, MCP).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Open Interoperability: Standalone MCP server successfully exposes tools to Cursor and Claude IDEs.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Mission Control Dashboard: Deployed with real-time SSE telemetry stream, live KPI counters, and voice input.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Persistent Data: 42 comprehensive evaluation runs with full stage logs saved in workflow_runs.json.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D166"/>
                </a:solidFill>
              </a:defRPr>
            </a:pPr>
            <a:r>
              <a:t>Summary &amp; Phase 2 Roadmap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Conclusion: Kavach successfully bridges the gap between autonomous agent productivity and enterprise DevSecOps governance.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Academic Impact: Eliminates supply-chain slopsquatting, stops credential leakage, and guarantees AST blast-radius containment.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Phase 2 Milestone Plan (October 2026): Integration with enterprise PostgreSQL database, GitHub App OAuth authentication, and continuous pull request gating.</a:t>
            </a:r>
          </a:p>
          <a:p>
            <a:pPr>
              <a:spcAft>
                <a:spcPts val="400"/>
              </a:spcAft>
              <a:defRPr sz="1100">
                <a:solidFill>
                  <a:srgbClr val="CCD6F6"/>
                </a:solidFill>
              </a:defRPr>
            </a:pPr>
            <a:r>
              <a:t>• Submission Ready: All source code, datasets, and benchmarks maintained under a public GitHub 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