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KAVACH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Multilingual Security-Governed Agentic AI DevOps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Problem: DevOps agents lack intelligence and governance</a:t>
            </a:r>
          </a:p>
          <a:p>
            <a:pPr>
              <a:defRPr sz="1800"/>
            </a:pPr>
            <a:r>
              <a:t>Solution: Build a secure, evidence-grounded AI platform</a:t>
            </a:r>
          </a:p>
          <a:p>
            <a:pPr>
              <a:defRPr sz="1800"/>
            </a:pPr>
            <a:r>
              <a:t>Scope: Five phases of progressive capability</a:t>
            </a:r>
          </a:p>
          <a:p>
            <a:pPr>
              <a:defRPr sz="1800"/>
            </a:pPr>
            <a:r>
              <a:t>Result: Demonstrable, verified, production-ready system</a:t>
            </a:r>
          </a:p>
          <a:p>
            <a:pPr>
              <a:defRPr sz="1800"/>
            </a:pPr>
            <a:r>
              <a:t>Impact: Enable safe, intelligent code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Five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Phase 1: RAG Foundation — Repository-aware knowledge</a:t>
            </a:r>
          </a:p>
          <a:p>
            <a:pPr>
              <a:defRPr sz="1800"/>
            </a:pPr>
            <a:r>
              <a:t>Phase 2: Agent Orchestrator — Coordinated workflow</a:t>
            </a:r>
          </a:p>
          <a:p>
            <a:pPr>
              <a:defRPr sz="1800"/>
            </a:pPr>
            <a:r>
              <a:t>Phase 3: Evidence Grounding — Context-aware generation</a:t>
            </a:r>
          </a:p>
          <a:p>
            <a:pPr>
              <a:defRPr sz="1800"/>
            </a:pPr>
            <a:r>
              <a:t>Phase 4: Security Hardening — PII governance</a:t>
            </a:r>
          </a:p>
          <a:p>
            <a:pPr>
              <a:defRPr sz="1800"/>
            </a:pPr>
            <a:r>
              <a:t>Phase 5: Impact Analysis — Dependency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Complete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Developer submits request</a:t>
            </a:r>
          </a:p>
          <a:p>
            <a:pPr>
              <a:defRPr sz="1800"/>
            </a:pPr>
            <a:r>
              <a:t>2. Security checkpoint: Detect sensitive input</a:t>
            </a:r>
          </a:p>
          <a:p>
            <a:pPr>
              <a:defRPr sz="1800"/>
            </a:pPr>
            <a:r>
              <a:t>3. Planner: Decompose into task steps</a:t>
            </a:r>
          </a:p>
          <a:p>
            <a:pPr>
              <a:defRPr sz="1800"/>
            </a:pPr>
            <a:r>
              <a:t>4. RAG: Retrieve relevant repository evidence</a:t>
            </a:r>
          </a:p>
          <a:p>
            <a:pPr>
              <a:defRPr sz="1800"/>
            </a:pPr>
            <a:r>
              <a:t>5. Security checkpoint: Validate retrieved context</a:t>
            </a:r>
          </a:p>
          <a:p>
            <a:pPr>
              <a:defRPr sz="1800"/>
            </a:pPr>
            <a:r>
              <a:t>6. Impact: Predict affected components</a:t>
            </a:r>
          </a:p>
          <a:p>
            <a:pPr>
              <a:defRPr sz="1800"/>
            </a:pPr>
            <a:r>
              <a:t>7. Generation: Produce code grounded in evidence</a:t>
            </a:r>
          </a:p>
          <a:p>
            <a:pPr>
              <a:defRPr sz="1800"/>
            </a:pPr>
            <a:r>
              <a:t>8. Validation: Verify syntactic correctness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Key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Python 3.14: Core runtime</a:t>
            </a:r>
          </a:p>
          <a:p>
            <a:pPr>
              <a:defRPr sz="1800"/>
            </a:pPr>
            <a:r>
              <a:t>FastAPI: REST API and Swagger documentation</a:t>
            </a:r>
          </a:p>
          <a:p>
            <a:pPr>
              <a:defRPr sz="1800"/>
            </a:pPr>
            <a:r>
              <a:t>Qdrant: Vector database for semantic search</a:t>
            </a:r>
          </a:p>
          <a:p>
            <a:pPr>
              <a:defRPr sz="1800"/>
            </a:pPr>
            <a:r>
              <a:t>Sentence-Transformers: CPU-friendly embeddings</a:t>
            </a:r>
          </a:p>
          <a:p>
            <a:pPr>
              <a:defRPr sz="1800"/>
            </a:pPr>
            <a:r>
              <a:t>Google Gemini: LLM for code generation</a:t>
            </a:r>
          </a:p>
          <a:p>
            <a:pPr>
              <a:defRPr sz="1800"/>
            </a:pPr>
            <a:r>
              <a:t>Pytest: Comprehensive testing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Verified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164 comprehensive tests (all passing)</a:t>
            </a:r>
          </a:p>
          <a:p>
            <a:pPr>
              <a:defRPr sz="1800"/>
            </a:pPr>
            <a:r>
              <a:t>✓ Repository ingestion and semantic search</a:t>
            </a:r>
          </a:p>
          <a:p>
            <a:pPr>
              <a:defRPr sz="1800"/>
            </a:pPr>
            <a:r>
              <a:t>✓ Agentic workflow coordination</a:t>
            </a:r>
          </a:p>
          <a:p>
            <a:pPr>
              <a:defRPr sz="1800"/>
            </a:pPr>
            <a:r>
              <a:t>✓ Evidence-based code generation</a:t>
            </a:r>
          </a:p>
          <a:p>
            <a:pPr>
              <a:defRPr sz="1800"/>
            </a:pPr>
            <a:r>
              <a:t>✓ Multilingual PII detection</a:t>
            </a:r>
          </a:p>
          <a:p>
            <a:pPr>
              <a:defRPr sz="1800"/>
            </a:pPr>
            <a:r>
              <a:t>✓ Dependency-aware impact analysis</a:t>
            </a:r>
          </a:p>
          <a:p>
            <a:pPr>
              <a:defRPr sz="1800"/>
            </a:pPr>
            <a:r>
              <a:t>✓ REST API with Swagger UI</a:t>
            </a:r>
          </a:p>
          <a:p>
            <a:pPr>
              <a:defRPr sz="1800"/>
            </a:pPr>
            <a:r>
              <a:t>✓ Reproducible offline 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Architecture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API Layer: FastAPI endpoints for all operations</a:t>
            </a:r>
          </a:p>
          <a:p>
            <a:pPr>
              <a:defRPr sz="1800"/>
            </a:pPr>
            <a:r>
              <a:t>Orchestration: Workflow state machine &amp; coordination</a:t>
            </a:r>
          </a:p>
          <a:p>
            <a:pPr>
              <a:defRPr sz="1800"/>
            </a:pPr>
            <a:r>
              <a:t>Evidence: RAG retrieval &amp; semantic search</a:t>
            </a:r>
          </a:p>
          <a:p>
            <a:pPr>
              <a:defRPr sz="1800"/>
            </a:pPr>
            <a:r>
              <a:t>Intelligence: Planning, analysis, generation</a:t>
            </a:r>
          </a:p>
          <a:p>
            <a:pPr>
              <a:defRPr sz="1800"/>
            </a:pPr>
            <a:r>
              <a:t>Governance: Security detection &amp; policy enforcement</a:t>
            </a:r>
          </a:p>
          <a:p>
            <a:pPr>
              <a:defRPr sz="1800"/>
            </a:pPr>
            <a:r>
              <a:t>Persistence: In-memory state (Phase 2 focused)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Demo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Ingest sample auth codebase</a:t>
            </a:r>
          </a:p>
          <a:p>
            <a:pPr>
              <a:defRPr sz="1800"/>
            </a:pPr>
            <a:r>
              <a:t>2. Search for 'password validation'</a:t>
            </a:r>
          </a:p>
          <a:p>
            <a:pPr>
              <a:defRPr sz="1800"/>
            </a:pPr>
            <a:r>
              <a:t>3. Detect PII in sample text</a:t>
            </a:r>
          </a:p>
          <a:p>
            <a:pPr>
              <a:defRPr sz="1800"/>
            </a:pPr>
            <a:r>
              <a:t>4. Submit: 'Add OAuth support to auth module'</a:t>
            </a:r>
          </a:p>
          <a:p>
            <a:pPr>
              <a:defRPr sz="1800"/>
            </a:pPr>
            <a:r>
              <a:t>5. Workflow: Plan → Search → Check → Generate</a:t>
            </a:r>
          </a:p>
          <a:p>
            <a:pPr>
              <a:defRPr sz="1800"/>
            </a:pPr>
            <a:r>
              <a:t>6. Result: Syntactically valid code with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Testing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Unit tests: 100+ per component</a:t>
            </a:r>
          </a:p>
          <a:p>
            <a:pPr>
              <a:defRPr sz="1800"/>
            </a:pPr>
            <a:r>
              <a:t>Integration tests: End-to-end workflow scenarios</a:t>
            </a:r>
          </a:p>
          <a:p>
            <a:pPr>
              <a:defRPr sz="1800"/>
            </a:pPr>
            <a:r>
              <a:t>Security tests: PII detection with multilingual corpus</a:t>
            </a:r>
          </a:p>
          <a:p>
            <a:pPr>
              <a:defRPr sz="1800"/>
            </a:pPr>
            <a:r>
              <a:t>API tests: All 10 endpoints verified</a:t>
            </a:r>
          </a:p>
          <a:p>
            <a:pPr>
              <a:defRPr sz="1800"/>
            </a:pPr>
            <a:r>
              <a:t>Pass rate: 164/164 (100%)</a:t>
            </a:r>
          </a:p>
          <a:p>
            <a:pPr>
              <a:defRPr sz="1800"/>
            </a:pPr>
            <a:r>
              <a:t>No flaky tests; all deterministic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Deployment &amp;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Setup: pip install -r requirements.txt</a:t>
            </a:r>
          </a:p>
          <a:p>
            <a:pPr>
              <a:defRPr sz="1800"/>
            </a:pPr>
            <a:r>
              <a:t>Environment: GEMINI_API_KEY (optional)</a:t>
            </a:r>
          </a:p>
          <a:p>
            <a:pPr>
              <a:defRPr sz="1800"/>
            </a:pPr>
            <a:r>
              <a:t>Run: uvicorn app.main:app --host 0.0.0.0 --port 8000</a:t>
            </a:r>
          </a:p>
          <a:p>
            <a:pPr>
              <a:defRPr sz="1800"/>
            </a:pPr>
            <a:r>
              <a:t>Access: http://localhost:8000/docs for Swagger</a:t>
            </a:r>
          </a:p>
          <a:p>
            <a:pPr>
              <a:defRPr sz="1800"/>
            </a:pPr>
            <a:r>
              <a:t>Health: GET /health returns service status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