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Phase 5: Change Impact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Predicting Affected Components &amp; Dependencies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Phase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Predicts which files a change might affect</a:t>
            </a:r>
          </a:p>
          <a:p>
            <a:pPr>
              <a:defRPr sz="1800"/>
            </a:pPr>
            <a:r>
              <a:t>Combines semantic similarity and dependency graphs</a:t>
            </a:r>
          </a:p>
          <a:p>
            <a:pPr>
              <a:defRPr sz="1800"/>
            </a:pPr>
            <a:r>
              <a:t>Helps developers understand change scope</a:t>
            </a:r>
          </a:p>
          <a:p>
            <a:pPr>
              <a:defRPr sz="1800"/>
            </a:pPr>
            <a:r>
              <a:t>Integrated into orchestrator workflow</a:t>
            </a:r>
          </a:p>
          <a:p>
            <a:pPr>
              <a:defRPr sz="1800"/>
            </a:pPr>
            <a:r>
              <a:t>Produces ranked list of affected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Developers don't always know code dependencies</a:t>
            </a:r>
          </a:p>
          <a:p>
            <a:pPr>
              <a:defRPr sz="1800"/>
            </a:pPr>
            <a:r>
              <a:t>Changes can have unexpected effects</a:t>
            </a:r>
          </a:p>
          <a:p>
            <a:pPr>
              <a:defRPr sz="1800"/>
            </a:pPr>
            <a:r>
              <a:t>Manual impact analysis is error-prone</a:t>
            </a:r>
          </a:p>
          <a:p>
            <a:pPr>
              <a:defRPr sz="1800"/>
            </a:pPr>
            <a:r>
              <a:t>Need: Automated, intelligent impact prediction</a:t>
            </a:r>
          </a:p>
          <a:p>
            <a:pPr>
              <a:defRPr sz="1800"/>
            </a:pPr>
            <a:r>
              <a:t>Helps: Plan testing, release scope, rollback strategy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Semantic Signal: RAG search for topic-related files</a:t>
            </a:r>
          </a:p>
          <a:p>
            <a:pPr>
              <a:defRPr sz="1800"/>
            </a:pPr>
            <a:r>
              <a:t>Dependency Signal: AST-based import analysis</a:t>
            </a:r>
          </a:p>
          <a:p>
            <a:pPr>
              <a:defRPr sz="1800"/>
            </a:pPr>
            <a:r>
              <a:t>Relevance Scoring: Combine both signals</a:t>
            </a:r>
          </a:p>
          <a:p>
            <a:pPr>
              <a:defRPr sz="1800"/>
            </a:pPr>
            <a:r>
              <a:t>Ranking: Sort by impact probability</a:t>
            </a:r>
          </a:p>
          <a:p>
            <a:pPr>
              <a:defRPr sz="1800"/>
            </a:pPr>
            <a:r>
              <a:t>Explanation: Why each file is affected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Two-Signal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Signal 1 (Semantic): If request mentions 'auth',</a:t>
            </a:r>
          </a:p>
          <a:p>
            <a:pPr>
              <a:defRPr sz="1800"/>
            </a:pPr>
            <a:r>
              <a:t>            return files semantically similar to authentication</a:t>
            </a:r>
          </a:p>
          <a:p>
            <a:pPr>
              <a:defRPr sz="1800"/>
            </a:pPr>
            <a:r>
              <a:t>Signal 2 (Dependency): If auth/login.py is changed,</a:t>
            </a:r>
          </a:p>
          <a:p>
            <a:pPr>
              <a:defRPr sz="1800"/>
            </a:pPr>
            <a:r>
              <a:t>            find files that import from auth/</a:t>
            </a:r>
          </a:p>
          <a:p>
            <a:pPr>
              <a:defRPr sz="1800"/>
            </a:pPr>
            <a:r>
              <a:t>Combine: Weighted average (60% semantic, 40% dependency)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Dependency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AST parsing: Extract all imports from each file</a:t>
            </a:r>
          </a:p>
          <a:p>
            <a:pPr>
              <a:defRPr sz="1800"/>
            </a:pPr>
            <a:r>
              <a:t>Graph building: Module → Set of files it imports</a:t>
            </a:r>
          </a:p>
          <a:p>
            <a:pPr>
              <a:defRPr sz="1800"/>
            </a:pPr>
            <a:r>
              <a:t>Reverse graph: Module → Files that import it</a:t>
            </a:r>
          </a:p>
          <a:p>
            <a:pPr>
              <a:defRPr sz="1800"/>
            </a:pPr>
            <a:r>
              <a:t>Find dependents: Given changed file, find who imports it</a:t>
            </a:r>
          </a:p>
          <a:p>
            <a:pPr>
              <a:defRPr sz="1800"/>
            </a:pPr>
            <a:r>
              <a:t>Module: backend/app/impact/dependency_graph.py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Impact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Semantic score: 0.0–1.0 from RAG similarity</a:t>
            </a:r>
          </a:p>
          <a:p>
            <a:pPr>
              <a:defRPr sz="1800"/>
            </a:pPr>
            <a:r>
              <a:t>Dependency bonus: +0.4 if file is an explicit dependent</a:t>
            </a:r>
          </a:p>
          <a:p>
            <a:pPr>
              <a:defRPr sz="1800"/>
            </a:pPr>
            <a:r>
              <a:t>Final score: min(semantic_weight × semantic + dependency_bonus, 1.0)</a:t>
            </a:r>
          </a:p>
          <a:p>
            <a:pPr>
              <a:defRPr sz="1800"/>
            </a:pPr>
            <a:r>
              <a:t>Top-k ranking: Return top 5 most affected files</a:t>
            </a:r>
          </a:p>
          <a:p>
            <a:pPr>
              <a:defRPr sz="1800"/>
            </a:pPr>
            <a:r>
              <a:t>Reason field: Explains why each file is affected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Test cases: 10+ real change scenarios</a:t>
            </a:r>
          </a:p>
          <a:p>
            <a:pPr>
              <a:defRPr sz="1800"/>
            </a:pPr>
            <a:r>
              <a:t>Metrics: Precision, Recall, F1</a:t>
            </a:r>
          </a:p>
          <a:p>
            <a:pPr>
              <a:defRPr sz="1800"/>
            </a:pPr>
            <a:r>
              <a:t>Accuracy: 90%+ for correctly predicting affected files</a:t>
            </a:r>
          </a:p>
          <a:p>
            <a:pPr>
              <a:defRPr sz="1800"/>
            </a:pPr>
            <a:r>
              <a:t>Module: backend/app/impact/evaluator.py</a:t>
            </a:r>
          </a:p>
          <a:p>
            <a:pPr>
              <a:defRPr sz="1800"/>
            </a:pPr>
            <a:r>
              <a:t>Endpoint: /impact/evaluate returns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Capabilities After Phase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Automated impact analysis</a:t>
            </a:r>
          </a:p>
          <a:p>
            <a:pPr>
              <a:defRPr sz="1800"/>
            </a:pPr>
            <a:r>
              <a:t>✓ Dual-signal reasoning (semantic + dependency)</a:t>
            </a:r>
          </a:p>
          <a:p>
            <a:pPr>
              <a:defRPr sz="1800"/>
            </a:pPr>
            <a:r>
              <a:t>✓ Ranked predictions</a:t>
            </a:r>
          </a:p>
          <a:p>
            <a:pPr>
              <a:defRPr sz="1800"/>
            </a:pPr>
            <a:r>
              <a:t>✓ Explainable results</a:t>
            </a:r>
          </a:p>
          <a:p>
            <a:pPr>
              <a:defRPr sz="1800"/>
            </a:pPr>
            <a:r>
              <a:t>✓ Complete 5-phase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Semantic signal depends on RAG quality</a:t>
            </a:r>
          </a:p>
          <a:p>
            <a:pPr>
              <a:defRPr sz="1800"/>
            </a:pPr>
            <a:r>
              <a:t>Dependency graph misses dynamic imports</a:t>
            </a:r>
          </a:p>
          <a:p>
            <a:pPr>
              <a:defRPr sz="1800"/>
            </a:pPr>
            <a:r>
              <a:t>No support for config-based dependencies</a:t>
            </a:r>
          </a:p>
          <a:p>
            <a:pPr>
              <a:defRPr sz="1800"/>
            </a:pPr>
            <a:r>
              <a:t>Doesn't account for test dependencies</a:t>
            </a:r>
          </a:p>
          <a:p>
            <a:pPr>
              <a:defRPr sz="1800"/>
            </a:pPr>
            <a:r>
              <a:t>Ranking may miss subtle transitive effects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