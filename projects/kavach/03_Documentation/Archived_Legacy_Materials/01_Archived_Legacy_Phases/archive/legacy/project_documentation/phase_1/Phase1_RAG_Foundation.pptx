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03366"/>
                </a:solidFill>
              </a:defRPr>
            </a:pPr>
            <a:r>
              <a:t>Phase 1: RAG Foundation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Repository-Aware Knowledge Retrieval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Phase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Foundation of Kavach's repository intelligence</a:t>
            </a:r>
          </a:p>
          <a:p>
            <a:pPr>
              <a:defRPr sz="1800"/>
            </a:pPr>
            <a:r>
              <a:t>Enables knowledge grounding for agent planning</a:t>
            </a:r>
          </a:p>
          <a:p>
            <a:pPr>
              <a:defRPr sz="1800"/>
            </a:pPr>
            <a:r>
              <a:t>Prerequisite for evidence-based generation</a:t>
            </a:r>
          </a:p>
          <a:p>
            <a:pPr>
              <a:defRPr sz="1800"/>
            </a:pPr>
            <a:r>
              <a:t>Enables semantic search over codebase</a:t>
            </a:r>
          </a:p>
          <a:p>
            <a:pPr>
              <a:defRPr sz="1800"/>
            </a:pPr>
            <a:r>
              <a:t>Combines file ingestion, chunking, embedding, storage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DevOps agents lack repository context</a:t>
            </a:r>
          </a:p>
          <a:p>
            <a:pPr>
              <a:defRPr sz="1800"/>
            </a:pPr>
            <a:r>
              <a:t>Without repo knowledge, generation is unconstrained</a:t>
            </a:r>
          </a:p>
          <a:p>
            <a:pPr>
              <a:defRPr sz="1800"/>
            </a:pPr>
            <a:r>
              <a:t>No way to retrieve existing patterns or evidence</a:t>
            </a:r>
          </a:p>
          <a:p>
            <a:pPr>
              <a:defRPr sz="1800"/>
            </a:pPr>
            <a:r>
              <a:t>Impossible to ground agentic decisions in code</a:t>
            </a:r>
          </a:p>
          <a:p>
            <a:pPr>
              <a:defRPr sz="1800"/>
            </a:pPr>
            <a:r>
              <a:t>Solution: Build scalable repository indexing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Chunking: Split files into 1200-char segments with 200-char overlap</a:t>
            </a:r>
          </a:p>
          <a:p>
            <a:pPr>
              <a:defRPr sz="1800"/>
            </a:pPr>
            <a:r>
              <a:t>Embeddings: Use all-MiniLM-L6-v2 (384-dim, CPU-friendly)</a:t>
            </a:r>
          </a:p>
          <a:p>
            <a:pPr>
              <a:defRPr sz="1800"/>
            </a:pPr>
            <a:r>
              <a:t>Vector Storage: Local Qdrant for similarity search</a:t>
            </a:r>
          </a:p>
          <a:p>
            <a:pPr>
              <a:defRPr sz="1800"/>
            </a:pPr>
            <a:r>
              <a:t>Retrieval: Semantic search returns top-k related chunks</a:t>
            </a:r>
          </a:p>
          <a:p>
            <a:pPr>
              <a:defRPr sz="1800"/>
            </a:pPr>
            <a:r>
              <a:t>Evidence: Retrieved context becomes grounding for later phases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Repository Walker: Discovers .py, .js, .ts, .md, .json, etc.</a:t>
            </a:r>
          </a:p>
          <a:p>
            <a:pPr>
              <a:defRPr sz="1800"/>
            </a:pPr>
            <a:r>
              <a:t>Text Chunker: Overlapping 1200-char chunks</a:t>
            </a:r>
          </a:p>
          <a:p>
            <a:pPr>
              <a:defRPr sz="1800"/>
            </a:pPr>
            <a:r>
              <a:t>Embedding Model: Sentence-transformers (all-MiniLM-L6-v2)</a:t>
            </a:r>
          </a:p>
          <a:p>
            <a:pPr>
              <a:defRPr sz="1800"/>
            </a:pPr>
            <a:r>
              <a:t>Vector Database: Qdrant (local, on-disk)</a:t>
            </a:r>
          </a:p>
          <a:p>
            <a:pPr>
              <a:defRPr sz="1800"/>
            </a:pPr>
            <a:r>
              <a:t>Search Engine: Semantic similarity query 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Module: backend/app/rag/ingest.py</a:t>
            </a:r>
          </a:p>
          <a:p>
            <a:pPr>
              <a:defRPr sz="1800"/>
            </a:pPr>
            <a:r>
              <a:t>Module: backend/app/rag/embed_store.py</a:t>
            </a:r>
          </a:p>
          <a:p>
            <a:pPr>
              <a:defRPr sz="1800"/>
            </a:pPr>
            <a:r>
              <a:t>Functions: ingest_repository(), index_chunks(), search()</a:t>
            </a:r>
          </a:p>
          <a:p>
            <a:pPr>
              <a:defRPr sz="1800"/>
            </a:pPr>
            <a:r>
              <a:t>File extensions: 12 types (Python, JS, TS, Markdown, etc.)</a:t>
            </a:r>
          </a:p>
          <a:p>
            <a:pPr>
              <a:defRPr sz="1800"/>
            </a:pPr>
            <a:r>
              <a:t>Excluded dirs: .git, __pycache__, node_modules, venv, etc.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Developer provides repo path</a:t>
            </a:r>
          </a:p>
          <a:p>
            <a:pPr>
              <a:defRPr sz="1800"/>
            </a:pPr>
            <a:r>
              <a:t>2. Ingest walks directory tree</a:t>
            </a:r>
          </a:p>
          <a:p>
            <a:pPr>
              <a:defRPr sz="1800"/>
            </a:pPr>
            <a:r>
              <a:t>3. Text files read and chunked</a:t>
            </a:r>
          </a:p>
          <a:p>
            <a:pPr>
              <a:defRPr sz="1800"/>
            </a:pPr>
            <a:r>
              <a:t>4. Chunks embedded using sentence-transformers</a:t>
            </a:r>
          </a:p>
          <a:p>
            <a:pPr>
              <a:defRPr sz="1800"/>
            </a:pPr>
            <a:r>
              <a:t>5. Vectors stored in Qdrant collection</a:t>
            </a:r>
          </a:p>
          <a:p>
            <a:pPr>
              <a:defRPr sz="1800"/>
            </a:pPr>
            <a:r>
              <a:t>6. Query returns top-k semantic matches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Capabilities After Phase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✓ Repository indexing</a:t>
            </a:r>
          </a:p>
          <a:p>
            <a:pPr>
              <a:defRPr sz="1800"/>
            </a:pPr>
            <a:r>
              <a:t>✓ Semantic code search</a:t>
            </a:r>
          </a:p>
          <a:p>
            <a:pPr>
              <a:defRPr sz="1800"/>
            </a:pPr>
            <a:r>
              <a:t>✓ Context retrieval for planning</a:t>
            </a:r>
          </a:p>
          <a:p>
            <a:pPr>
              <a:defRPr sz="1800"/>
            </a:pPr>
            <a:r>
              <a:t>✓ Evidence grounding foundation</a:t>
            </a:r>
          </a:p>
          <a:p>
            <a:pPr>
              <a:defRPr sz="1800"/>
            </a:pPr>
            <a:r>
              <a:t>✓ Tested and reproducible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Qdrant: Vector database (local, fast)</a:t>
            </a:r>
          </a:p>
          <a:p>
            <a:pPr>
              <a:defRPr sz="1800"/>
            </a:pPr>
            <a:r>
              <a:t>Sentence-Transformers: ML embeddings (CPU-friendly)</a:t>
            </a:r>
          </a:p>
          <a:p>
            <a:pPr>
              <a:defRPr sz="1800"/>
            </a:pPr>
            <a:r>
              <a:t>Python: Core language</a:t>
            </a:r>
          </a:p>
          <a:p>
            <a:pPr>
              <a:defRPr sz="1800"/>
            </a:pPr>
            <a:r>
              <a:t>FastAPI: API layer</a:t>
            </a:r>
          </a:p>
          <a:p>
            <a:pPr>
              <a:defRPr sz="1800"/>
            </a:pPr>
            <a:r>
              <a:t>SQLAlchemy: (Future database integration)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Chunk-based retrieval may miss cross-file dependencies</a:t>
            </a:r>
          </a:p>
          <a:p>
            <a:pPr>
              <a:defRPr sz="1800"/>
            </a:pPr>
            <a:r>
              <a:t>Large repositories may need optimization</a:t>
            </a:r>
          </a:p>
          <a:p>
            <a:pPr>
              <a:defRPr sz="1800"/>
            </a:pPr>
            <a:r>
              <a:t>No support for binary files or images</a:t>
            </a:r>
          </a:p>
          <a:p>
            <a:pPr>
              <a:defRPr sz="1800"/>
            </a:pPr>
            <a:r>
              <a:t>Semantic search can't understand domain-specific code</a:t>
            </a:r>
          </a:p>
          <a:p>
            <a:pPr>
              <a:defRPr sz="1800"/>
            </a:pPr>
            <a:r>
              <a:t>Overlap strategy is simple; function-level splitting would improve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